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1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8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8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45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4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4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866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62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5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1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011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056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73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602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735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889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18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9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SQL Sales &amp; Product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Advanced SQL | Business Insight</a:t>
            </a:r>
            <a:r>
              <a:rPr lang="en-US" dirty="0"/>
              <a:t>'</a:t>
            </a:r>
            <a:r>
              <a:rPr dirty="0"/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Sales &amp; Product Analytics</a:t>
            </a:r>
          </a:p>
          <a:p>
            <a:r>
              <a:t>Tool: MySQL Workbench</a:t>
            </a:r>
          </a:p>
          <a:p>
            <a:r>
              <a:t>Focus: Business metrics, profitability &amp; performance</a:t>
            </a:r>
          </a:p>
          <a:p>
            <a:r>
              <a:t>Outcome: Interview-ready SQL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Q1: </a:t>
            </a:r>
            <a:br>
              <a:rPr lang="en-US" dirty="0"/>
            </a:br>
            <a:r>
              <a:rPr dirty="0"/>
              <a:t>Sales Performance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 dirty="0">
                <a:latin typeface="Courier New"/>
              </a:rPr>
              <a:t>CASE </a:t>
            </a:r>
            <a:br>
              <a:rPr dirty="0"/>
            </a:br>
            <a:r>
              <a:rPr sz="1200" dirty="0">
                <a:latin typeface="Courier New"/>
              </a:rPr>
              <a:t>WHEN </a:t>
            </a:r>
            <a:r>
              <a:rPr sz="1200" dirty="0" err="1">
                <a:latin typeface="Courier New"/>
              </a:rPr>
              <a:t>total_sales</a:t>
            </a:r>
            <a:r>
              <a:rPr sz="1200" dirty="0">
                <a:latin typeface="Courier New"/>
              </a:rPr>
              <a:t> &gt; 1800000 THEN 'HIGH'</a:t>
            </a:r>
            <a:br>
              <a:rPr dirty="0"/>
            </a:br>
            <a:r>
              <a:rPr sz="1200" dirty="0">
                <a:latin typeface="Courier New"/>
              </a:rPr>
              <a:t>WHEN </a:t>
            </a:r>
            <a:r>
              <a:rPr sz="1200" dirty="0" err="1">
                <a:latin typeface="Courier New"/>
              </a:rPr>
              <a:t>total_sales</a:t>
            </a:r>
            <a:r>
              <a:rPr sz="1200" dirty="0">
                <a:latin typeface="Courier New"/>
              </a:rPr>
              <a:t> BETWEEN 1600000 AND 1800000 THEN 'MEDIUM'</a:t>
            </a:r>
            <a:br>
              <a:rPr dirty="0"/>
            </a:br>
            <a:r>
              <a:rPr sz="1200" dirty="0">
                <a:latin typeface="Courier New"/>
              </a:rPr>
              <a:t>ELSE 'LOW'</a:t>
            </a:r>
            <a:br>
              <a:rPr dirty="0"/>
            </a:br>
            <a:r>
              <a:rPr sz="1200" dirty="0">
                <a:latin typeface="Courier New"/>
              </a:rPr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Insight</a:t>
            </a:r>
            <a:r>
              <a:rPr lang="en-US" dirty="0"/>
              <a:t>'s From</a:t>
            </a:r>
            <a:br>
              <a:rPr lang="en-US" dirty="0"/>
            </a:br>
            <a:r>
              <a:rPr dirty="0"/>
              <a:t>Sales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performers contribute maximum revenue</a:t>
            </a:r>
          </a:p>
          <a:p>
            <a:r>
              <a:rPr dirty="0"/>
              <a:t>Medium performers show growth potential</a:t>
            </a:r>
          </a:p>
          <a:p>
            <a:r>
              <a:rPr dirty="0"/>
              <a:t>Low performers need strategic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Q2:</a:t>
            </a:r>
            <a:br>
              <a:rPr lang="en-US" dirty="0"/>
            </a:br>
            <a:r>
              <a:rPr lang="en-US" dirty="0"/>
              <a:t> </a:t>
            </a:r>
            <a:r>
              <a:rPr dirty="0"/>
              <a:t>Seasonality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 dirty="0">
                <a:latin typeface="Courier New"/>
              </a:rPr>
              <a:t>SELECT DATE_FORMAT(</a:t>
            </a:r>
            <a:r>
              <a:rPr sz="1200" dirty="0" err="1">
                <a:latin typeface="Courier New"/>
              </a:rPr>
              <a:t>sale_date,'%Y</a:t>
            </a:r>
            <a:r>
              <a:rPr sz="1200" dirty="0">
                <a:latin typeface="Courier New"/>
              </a:rPr>
              <a:t>-%m') AS month,</a:t>
            </a:r>
            <a:br>
              <a:rPr dirty="0"/>
            </a:br>
            <a:r>
              <a:rPr sz="1200" dirty="0">
                <a:latin typeface="Courier New"/>
              </a:rPr>
              <a:t>SUM(amount) AS </a:t>
            </a:r>
            <a:r>
              <a:rPr sz="1200" dirty="0" err="1">
                <a:latin typeface="Courier New"/>
              </a:rPr>
              <a:t>monthly_sales</a:t>
            </a:r>
            <a:br>
              <a:rPr dirty="0"/>
            </a:br>
            <a:r>
              <a:rPr sz="1200" dirty="0">
                <a:latin typeface="Courier New"/>
              </a:rPr>
              <a:t>FROM </a:t>
            </a:r>
            <a:r>
              <a:rPr sz="1200" dirty="0" err="1">
                <a:latin typeface="Courier New"/>
              </a:rPr>
              <a:t>sales_data</a:t>
            </a:r>
            <a:br>
              <a:rPr dirty="0"/>
            </a:br>
            <a:r>
              <a:rPr sz="1200" dirty="0">
                <a:latin typeface="Courier New"/>
              </a:rPr>
              <a:t>GROUP BY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Insight</a:t>
            </a:r>
            <a:r>
              <a:rPr lang="en-US" dirty="0"/>
              <a:t>’s</a:t>
            </a:r>
            <a:br>
              <a:rPr lang="en-US" dirty="0"/>
            </a:b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 </a:t>
            </a:r>
            <a:r>
              <a:rPr dirty="0"/>
              <a:t>Seasonality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Identifies peak and low-performing months</a:t>
            </a:r>
          </a:p>
          <a:p>
            <a:r>
              <a:rPr dirty="0"/>
              <a:t>Supports inventory and campaign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Q3:</a:t>
            </a:r>
            <a:br>
              <a:rPr lang="en-US" dirty="0"/>
            </a:br>
            <a:r>
              <a:rPr dirty="0"/>
              <a:t> Product Size vs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 dirty="0">
                <a:latin typeface="Courier New"/>
              </a:rPr>
              <a:t>SUM(boxes) AS </a:t>
            </a:r>
            <a:r>
              <a:rPr sz="1200" dirty="0" err="1">
                <a:latin typeface="Courier New"/>
              </a:rPr>
              <a:t>total_boxes_sold</a:t>
            </a:r>
            <a:r>
              <a:rPr sz="1200" dirty="0">
                <a:latin typeface="Courier New"/>
              </a:rPr>
              <a:t>,</a:t>
            </a:r>
            <a:br>
              <a:rPr dirty="0"/>
            </a:br>
            <a:r>
              <a:rPr sz="1200" dirty="0">
                <a:latin typeface="Courier New"/>
              </a:rPr>
              <a:t>SUM(amount - boxes*</a:t>
            </a:r>
            <a:r>
              <a:rPr sz="1200" dirty="0" err="1">
                <a:latin typeface="Courier New"/>
              </a:rPr>
              <a:t>cost_per_box</a:t>
            </a:r>
            <a:r>
              <a:rPr sz="1200" dirty="0">
                <a:latin typeface="Courier New"/>
              </a:rPr>
              <a:t>) AS </a:t>
            </a:r>
            <a:r>
              <a:rPr sz="1200" dirty="0" err="1">
                <a:latin typeface="Courier New"/>
              </a:rPr>
              <a:t>total_profit</a:t>
            </a:r>
            <a:endParaRPr sz="1200" dirty="0">
              <a:latin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Insight</a:t>
            </a:r>
            <a:r>
              <a:rPr lang="en-US" dirty="0"/>
              <a:t>’s</a:t>
            </a:r>
            <a:r>
              <a:rPr dirty="0"/>
              <a:t> </a:t>
            </a:r>
            <a:r>
              <a:rPr lang="en-US" dirty="0"/>
              <a:t>From</a:t>
            </a:r>
            <a:br>
              <a:rPr lang="en-US" dirty="0"/>
            </a:br>
            <a:r>
              <a:rPr lang="en-US" dirty="0"/>
              <a:t>                       </a:t>
            </a:r>
            <a:r>
              <a:rPr dirty="0"/>
              <a:t>Product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volume ≠ high profit</a:t>
            </a:r>
          </a:p>
          <a:p>
            <a:r>
              <a:rPr dirty="0"/>
              <a:t>Premium products identified</a:t>
            </a:r>
          </a:p>
          <a:p>
            <a:r>
              <a:rPr dirty="0"/>
              <a:t>Supports pricing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KPI</a:t>
            </a:r>
            <a:br>
              <a:rPr lang="en-US" dirty="0"/>
            </a:br>
            <a:r>
              <a:rPr dirty="0"/>
              <a:t>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</a:t>
            </a:r>
          </a:p>
          <a:p>
            <a:r>
              <a:t>Total Profit</a:t>
            </a:r>
          </a:p>
          <a:p>
            <a:r>
              <a:t>Average Order Value</a:t>
            </a:r>
          </a:p>
          <a:p>
            <a:r>
              <a:t>Best Product &amp; Best Sales Person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14</TotalTime>
  <Words>223</Words>
  <Application>Microsoft Office PowerPoint</Application>
  <PresentationFormat>On-screen Show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Garamond</vt:lpstr>
      <vt:lpstr>Organic</vt:lpstr>
      <vt:lpstr>SQL Sales &amp; Product Analytics Project</vt:lpstr>
      <vt:lpstr>Project Overview</vt:lpstr>
      <vt:lpstr>Q1:  Sales Performance Segmentation</vt:lpstr>
      <vt:lpstr>Insight's From Sales Segmentation</vt:lpstr>
      <vt:lpstr> Q2:  Seasonality Pattern</vt:lpstr>
      <vt:lpstr>Insight’s From  Seasonality</vt:lpstr>
      <vt:lpstr>Q3:  Product Size vs Profitability</vt:lpstr>
      <vt:lpstr>Insight’s From                        Product Strategy</vt:lpstr>
      <vt:lpstr>KPI 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Sales &amp; Product Analytics Project</dc:title>
  <dc:subject/>
  <dc:creator/>
  <cp:keywords/>
  <dc:description>generated using python-pptx</dc:description>
  <cp:lastModifiedBy>surya kanakala</cp:lastModifiedBy>
  <cp:revision>7</cp:revision>
  <dcterms:created xsi:type="dcterms:W3CDTF">2013-01-27T09:14:16Z</dcterms:created>
  <dcterms:modified xsi:type="dcterms:W3CDTF">2026-02-10T15:24:57Z</dcterms:modified>
  <cp:category/>
</cp:coreProperties>
</file>